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46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</a:t>
            </a:r>
            <a:r>
              <a:rPr lang="en-US" sz="1000" kern="0" spc="40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PROJECT – M2 IASD APP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Pneumonia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·  Train  ·  Evaluate  ·  Submit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 ·  Streamlit  ·  PyTorch  ·  U-Net  ·  ResNet  ·  Inception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20240" cy="640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96112" y="1234440"/>
            <a:ext cx="777240" cy="7772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353312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deep learning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from scratch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468880" y="1005840"/>
            <a:ext cx="19202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044952" y="1234440"/>
            <a:ext cx="777240" cy="77724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1353312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6032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hyperparameters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monitor live curves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1772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617720" y="1005840"/>
            <a:ext cx="19202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5193792" y="1234440"/>
            <a:ext cx="777240" cy="77724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353312"/>
            <a:ext cx="530352" cy="5303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177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0916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train/val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loss and AUC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766560" y="1005840"/>
            <a:ext cx="19202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6766560" y="100584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7342632" y="1234440"/>
            <a:ext cx="777240" cy="77724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4" y="1353312"/>
            <a:ext cx="530352" cy="5303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58000" y="25420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predictions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class leaderboard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4338CA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images ·  Scored by ROC-AUC on hidden test labels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pieces connect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3832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383280" cy="640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152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87452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 + hyperparameters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button → POST /train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loss / AUC curve plots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metrics 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predictions button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submission.csv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0" y="2926080"/>
            <a:ext cx="7772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639312" y="2633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/ JSON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26280" y="1051560"/>
            <a:ext cx="33832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526280" y="1051560"/>
            <a:ext cx="338328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17043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1152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6636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681728" y="1874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/train  — trains the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— runs inference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images from data/train &amp; val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best weights to api/weights/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per-epoch JSON metrics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28432" y="1645920"/>
            <a:ext cx="1042416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8028432" y="164592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train, val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8028432" y="2560320"/>
            <a:ext cx="1042416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8028432" y="256032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imgs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936992" y="1938528"/>
            <a:ext cx="1097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7936992" y="2852928"/>
            <a:ext cx="1097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you will work with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0050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pneumonia_project/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840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unet.py      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resnet.py    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inception.py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main.py          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streamlit_app.py  ✏️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train/  val/  test/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73168" y="10972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376672" y="1143000"/>
            <a:ext cx="45720" cy="6858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must complete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20624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73168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376672" y="2377440"/>
            <a:ext cx="4572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0" y="2377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— images provided by instructor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429000"/>
            <a:ext cx="420624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73168" y="35661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376672" y="3611880"/>
            <a:ext cx="45720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0" y="3611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already scaffolded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4663440"/>
            <a:ext cx="4206240" cy="347472"/>
          </a:xfrm>
          <a:prstGeom prst="rect">
            <a:avLst/>
          </a:prstGeom>
          <a:solidFill>
            <a:srgbClr val="4338CA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63440" y="4663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 →  cd into folder  →  start coding!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 ·  Install  ·  Run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19202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69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the repo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61848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pneumonia_project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64008" cy="1920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069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0" y="161848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64008" cy="1920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FastAPI 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648456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--reload --port 8000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990088"/>
            <a:ext cx="41148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2990088"/>
            <a:ext cx="64008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46320" y="3081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Streamlit frontend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584448"/>
            <a:ext cx="384048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937760" y="3648456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streamlit_app.py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servers must be running simultaneously — open two terminals.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TO IMPLEMENT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architectures — 3 files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12344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models/unet.py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550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+ skip connections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6032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2801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EncoderBlock, DecoderBlock, forward(),  classifier head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1097280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650992" y="1024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50992" y="128016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conv layers inside DoubleConv  —  add Conv2d  BN  ReLU pairs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85953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64008" cy="1234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3682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models/resnet.py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blocks prevent vanishing gradients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2441448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60320" y="23682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0" y="262432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_make_layer(), weight init, stem, classifier head, forward()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441448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650992" y="2368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50992" y="262432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2 convs in ResidualBlock.main  and 1x1 conv + BN in shortcut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648456"/>
            <a:ext cx="85953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3648456"/>
            <a:ext cx="64008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3712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Inception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4087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models/inception.py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parallel convolutions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23160" y="3785616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60320" y="37124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396849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 (1x1 only), full architecture, forward()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3785616"/>
            <a:ext cx="0" cy="941832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650992" y="37124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50992" y="3968496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branch2 (1x1 to 3x3),  branch3 (1x1 to 5x5),  branch4 (Pool to 1x1)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output a single logit — apply sigmoid externally for probabilities. Never change the forward() signature.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ENDPOINTS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API expects and returns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4041648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690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/train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374904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"model_name":    "U-Net",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"learning_rate": 0.001,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"epochs":        10,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"batch_size":    32,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"dropout_rate":  0.5,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"image_size":    224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566160"/>
            <a:ext cx="3749040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3566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"train_losses": [...],  "val_losses": [...],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"train_accs":  [...],  "val_accs":   [...],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"train_aucs":  [...],  "val_aucs":   [...],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"best_val_auc": 0.9412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960120"/>
            <a:ext cx="4069080" cy="4041648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40690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/predict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664208"/>
            <a:ext cx="374904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0" y="17099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"model_name": "U-Net",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"image_size":  224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5420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798064"/>
            <a:ext cx="37490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0" y="2843784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"img_0001", "prediction": 0.91},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"img_0002", "prediction": 0.07},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4041648"/>
            <a:ext cx="374904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37760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first — /predict needs saved weights in api/weights/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44165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complete in main.py: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4626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get_transforms()  —  augmentations for train, resize+normalize for val/test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pages — what each one does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89611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10332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🏠  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 and data summary. Nothing to code here — just read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64008" cy="89611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20391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Train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2423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 and hyperparameters in sidebar → click Train → calls POST /train → shows loss/AUC curves.  You must complete plot_curves().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2029968"/>
            <a:ext cx="2011680" cy="256032"/>
          </a:xfrm>
          <a:prstGeom prst="rect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84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complete plot_curves()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64008" cy="8961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8912" y="30449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Results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34290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 (best val AUC, accuracy), per-epoch table, and full training curves from the last run.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64008" cy="8961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38912" y="40507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 Submit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44348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Predictions → calls POST /predict → table of predictions → Download submission.csv button.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992624"/>
            <a:ext cx="8595360" cy="12801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live in the sidebar and persist across pages.  API URL is hardcoded as  http://localhost:8000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CHECKLIST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missing — needs your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47472" y="1088136"/>
            <a:ext cx="420624" cy="420624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47472" y="1088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14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models/unet.py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Conv2d → BatchNorm2d → ReLU  twice inside  DoubleConv.block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46504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874520"/>
            <a:ext cx="420624" cy="42062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801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models/resnet.py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0939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convolutions + BN in  ResidualBlock.main,  and 1×1 conv + BN in  shortcut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532888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7472" y="2660904"/>
            <a:ext cx="420624" cy="420624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472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models/inception.py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8803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branch2 (1×1 to 3×3),  branch3 (1×1 to 5×5),  branch4 (MaxPool to 1×1)  in InceptionBlock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19272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47472" y="3447288"/>
            <a:ext cx="420624" cy="420624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7472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374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api/main.py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6667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 get_transforms()  —  augmented pipeline for train,  resize + normalize for val and 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05656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47472" y="4233672"/>
            <a:ext cx="420624" cy="420624"/>
          </a:xfrm>
          <a:prstGeom prst="ellipse">
            <a:avLst/>
          </a:prstGeom>
          <a:solidFill>
            <a:srgbClr val="F43F5E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47472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app/streamlit_app.py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 plot_curves()  —  3-panel matplotlib figure: Loss  ·  Accuracy  ·  AUC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check: run  python models/unet.py  —  should print  Output shape: torch.Size([2, 1])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SUBMISSION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get your score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124712"/>
            <a:ext cx="530352" cy="530352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207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241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Train a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380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Train page, pick hyperparameters, click Train.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1856232"/>
            <a:ext cx="0" cy="9144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74320" y="1938528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65760" y="2103120"/>
            <a:ext cx="530352" cy="530352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21854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0025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Generate predictions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Submit page, click Generate Predictions, download submission.csv.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" y="2834640"/>
            <a:ext cx="0" cy="9144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274320" y="2916936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365760" y="3081528"/>
            <a:ext cx="530352" cy="530352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316382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29809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Upload to leaderboard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leaderboard URL, enter your token, upload the CSV.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66928" y="3813048"/>
            <a:ext cx="0" cy="914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274320" y="3895344"/>
            <a:ext cx="51206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365760" y="4059936"/>
            <a:ext cx="530352" cy="530352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414223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959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See your ROC-AUC score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0584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appears instantly. Improve and resubmit as many times as you like!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669280" y="960120"/>
            <a:ext cx="3200400" cy="2121408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5669280" y="960120"/>
            <a:ext cx="320040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5806440" y="102412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 CSV format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806440" y="1371600"/>
            <a:ext cx="292608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5897880" y="1417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id,prediction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img_0001,0.91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img_0002,0.07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img_0003,0.83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669280" y="3200400"/>
            <a:ext cx="3200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5669280" y="3200400"/>
            <a:ext cx="32004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29"/>
          <p:cNvSpPr/>
          <p:nvPr/>
        </p:nvSpPr>
        <p:spPr>
          <a:xfrm>
            <a:off x="5806440" y="32644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token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806440" y="3621024"/>
            <a:ext cx="2926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give you a unique token. Enter it on the leaderboard to authenticate.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probabilities (0 to 1) — NOT hard labels!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TIPS FOR A HIGH SCORE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smarter,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longer.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4846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64008" cy="12801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2176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Sanity check first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468880"/>
            <a:ext cx="452628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0352" y="252374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models/unet.py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models/resnet.py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models/inception.py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Output shape: torch.Size([2, 1])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4846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64008" cy="12801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3593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API 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886200"/>
            <a:ext cx="452628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0352" y="394106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http://localhost:8000/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{"status": "ok", "device": ...}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2103120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32120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 well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3957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transforms matter more than architecture choice.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2816352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532120" y="2834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scheduler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3108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CosineAnnealingLR in main.py for better convergence.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3529584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532120" y="3547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all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8221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saves its own weights — train all and compare.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4242816"/>
            <a:ext cx="54864" cy="56692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532120" y="42611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probabilities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45354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needs probabilities between 0 and 1, not 0/1 labels.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4320" y="4727448"/>
            <a:ext cx="8595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luck — may your gradients converge and your AUC exceed 0.95  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1218</Words>
  <Application>Microsoft Office PowerPoint</Application>
  <PresentationFormat>Affichage à l'écran (16:9)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Mehyar Mlaweh</cp:lastModifiedBy>
  <cp:revision>3</cp:revision>
  <dcterms:created xsi:type="dcterms:W3CDTF">2026-03-11T22:51:17Z</dcterms:created>
  <dcterms:modified xsi:type="dcterms:W3CDTF">2026-03-11T23:09:09Z</dcterms:modified>
</cp:coreProperties>
</file>